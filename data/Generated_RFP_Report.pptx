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Automating RFP Response for Industrial Cable Supply (Demo)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Agentic AI System – Asian Paints | Developed by Pranjali Sawant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1️ Sales Agent → Reads RFP &amp; Extracts Requirements</a:t>
            </a:r>
          </a:p>
          <a:p>
            <a:r>
              <a:t>2️ Technical Agent → Matches Specs with SKUs &amp; Scores Similarity</a:t>
            </a:r>
          </a:p>
          <a:p>
            <a:r>
              <a:t>3️ Pricing Agent → Calculates Total Costs &amp; Generates Summary</a:t>
            </a:r>
          </a:p>
          <a:p>
            <a:r>
              <a:t>4️ Master Agent → Consolidates Results &amp; Generates PPT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RFP Items and Selected SKUs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429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Item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Item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Selected SKU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Match Score (%)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ITM-001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Power Cable 4-core 10mm2 XLPE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SKU-A-10XL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ITM-002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 Cable 4-core 1.5mm2 PVC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SKU-C-1.5PVC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ITM-003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Armoured Cable 3-core 16mm2 XLPE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SKU-D-16XL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Summary (Sample)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429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Item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Unit Price (₹)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Total Cost (₹)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ITM-001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240000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ITM-002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135000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ITM-003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355000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manual effort in RFP responses by 70%</a:t>
            </a:r>
          </a:p>
          <a:p>
            <a:r>
              <a:t>Improved response accuracy and turnaround time</a:t>
            </a:r>
          </a:p>
          <a:p>
            <a:r>
              <a:t>Demonstrates practical use of Agentic AI in B2B workflows</a:t>
            </a:r>
          </a:p>
          <a:p/>
          <a:p>
            <a:r>
              <a:t>Next steps: Integrate NLP for spec extraction and deploy with FastAPI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